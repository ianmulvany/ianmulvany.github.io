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Attribution Toolkit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from Three Review Perspectives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2004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3192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20040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7512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Reader/Academic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Workgroup Session  •  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AI Attribution Toolkit?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Research prototype (CHI 2025) for structured AI disclosure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54480" cy="14630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155448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AI → Entirely Human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1554480"/>
            <a:ext cx="1554480" cy="14630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48840" y="1554480"/>
            <a:ext cx="155448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Contributions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Stylistic / Content / New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1554480"/>
            <a:ext cx="1554480" cy="14630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0" y="1554480"/>
            <a:ext cx="155448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vs AI initiated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32120" y="1554480"/>
            <a:ext cx="1554480" cy="14630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32120" y="1554480"/>
            <a:ext cx="155448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or not reviewed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23760" y="1554480"/>
            <a:ext cx="1554480" cy="14630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23760" y="1554480"/>
            <a:ext cx="155448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App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tool identification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beyond binary "AI used / not used" to granular, research-backed disclosure.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F7F9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Creative Commons &amp; CRediT  •  Apache 2.0 open source  •  Svelte-based UI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Review Perspectives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097280"/>
          </a:xfrm>
          <a:prstGeom prst="rect">
            <a:avLst/>
          </a:prstGeom>
          <a:solidFill>
            <a:srgbClr val="3A86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does it serve academic authors writing papers?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0" y="1234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adequate — needs stage-based disclosure, journal alignment, multi-artifact support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377440"/>
            <a:ext cx="54864" cy="1097280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517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37160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fit scholarly publishing workflows and policies?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29200" y="2514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base — needs metadata schema, policy mapping, submission integration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657600"/>
            <a:ext cx="54864" cy="1097280"/>
          </a:xfrm>
          <a:prstGeom prst="rect">
            <a:avLst/>
          </a:prstGeom>
          <a:solidFill>
            <a:srgbClr val="E872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319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/ Academic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37160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rigorous and research-aligned?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029200" y="3794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prototype — tool dimensions are coarser than the underlying CHI research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Consensus: What Works Well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F0FBF9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Research-grounded framework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basis from CHI 2025 study (N=155). Goes beyond binary disclosure.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82296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dimensions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well-chosen dimensions covering proportion, contribution type, initiative, review, and model.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8229600" cy="658368"/>
          </a:xfrm>
          <a:prstGeom prst="rect">
            <a:avLst/>
          </a:prstGeom>
          <a:solidFill>
            <a:srgbClr val="F0FBF9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patterns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Commons–style approach and CRediT-inspired structure fit existing scholarly practice.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337560"/>
            <a:ext cx="82296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feature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can paste a statement and understand it — aids adoption and comprehension.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114800"/>
            <a:ext cx="8229600" cy="658368"/>
          </a:xfrm>
          <a:prstGeom prst="rect">
            <a:avLst/>
          </a:prstGeom>
          <a:solidFill>
            <a:srgbClr val="F0FBF9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optional, local storage, simple guided flow. Reduces barrier to adoption.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72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Consensus: Key Gaps &amp; Issues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8229600" cy="566928"/>
          </a:xfrm>
          <a:prstGeom prst="rect">
            <a:avLst/>
          </a:prstGeom>
          <a:solidFill>
            <a:srgbClr val="FFF5F0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005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74720" y="1005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self-report only. No checks, no consequences for non-disclosure.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18488"/>
            <a:ext cx="8229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664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academic stage mapping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74720" y="16642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report AI use by research stage (lit search, methods, analysis, writing).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276856"/>
            <a:ext cx="8229600" cy="566928"/>
          </a:xfrm>
          <a:prstGeom prst="rect">
            <a:avLst/>
          </a:prstGeom>
          <a:solidFill>
            <a:srgbClr val="FFF5F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3225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machine-readable schema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74720" y="23225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JSON-LD, no DOI/ORCID integration, no JATS export.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935224"/>
            <a:ext cx="8229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9809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Single-artifact assumption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74720" y="298094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attribute differently per section, figure, code, or supplementary material.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593592"/>
            <a:ext cx="8229600" cy="566928"/>
          </a:xfrm>
          <a:prstGeom prst="rect">
            <a:avLst/>
          </a:prstGeom>
          <a:solidFill>
            <a:srgbClr val="FFF5F0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639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publisher/journal alignment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474720" y="36393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mapping to Elsevier, Nature, ACM, ICMJE policies or submission systems.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297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reproducibility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7472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model field — no structured version, date, or access mode.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Scorecard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0" y="1051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384048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Clarity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563624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1563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384048"/>
          </a:xfrm>
          <a:prstGeom prst="rect">
            <a:avLst/>
          </a:prstGeom>
          <a:solidFill>
            <a:srgbClr val="0F163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202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1975104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19751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8229600" cy="384048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317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Fit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2386584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E8724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2386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0F163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743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Fit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0" y="2798064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27980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154680"/>
            <a:ext cx="8229600" cy="384048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1546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3209544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E8724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32095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8229600" cy="384048"/>
          </a:xfrm>
          <a:prstGeom prst="rect">
            <a:avLst/>
          </a:prstGeom>
          <a:solidFill>
            <a:srgbClr val="0F1635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5661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0" y="3621024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0" y="36210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8229600" cy="384048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977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Integration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0" y="4032504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E8724A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0" y="4032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389120"/>
            <a:ext cx="8229600" cy="384048"/>
          </a:xfrm>
          <a:prstGeom prst="rect">
            <a:avLst/>
          </a:prstGeom>
          <a:solidFill>
            <a:srgbClr val="0F1635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3891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Potential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0" y="4443984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0" y="44439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A86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Recommendations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Stage-based disclosure (map to CRediT/AID)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model metadata (name, version, date, access mode)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Per-section / per-artifact attribution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schema (JSON-LD)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policy mapping (Elsevier, Nature, ACM)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author affirmation checkbox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3776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Journal-specific presets / templates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Multi-author support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BibTeX, JATS, LaTeX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Output-type selector (text, code, figure)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system integration (ScholarOne, Editorial Manager)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localization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for the Workgroup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21792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07008"/>
            <a:ext cx="402336" cy="40233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143000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priority gaps to address (stage-based disclosure, metadata schema, policy mapping)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8229600" cy="621792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956816"/>
            <a:ext cx="402336" cy="40233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892808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IBM Research on a 'Scholarly Publisher Profile' extending the core toolkit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8229600" cy="621792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706624"/>
            <a:ext cx="402336" cy="40233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06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642616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structured metadata schema aligned with JATS and existing publisher workflows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8229600" cy="621792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456432"/>
            <a:ext cx="402336" cy="40233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39242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2–3 journals to test integration and author adoption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8229600" cy="621792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206240"/>
            <a:ext cx="402336" cy="40233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14223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evaluation: does structured attribution improve disclosure quality?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 is a solid foundation — with targeted extensions it can become the standard for AI attribution in scholarly publishing.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Attribution Toolkit – Review Findings</dc:title>
  <dc:subject>PptxGenJS Presentation</dc:subject>
  <dc:creator>Workgroup Review</dc:creator>
  <cp:lastModifiedBy>Workgroup Review</cp:lastModifiedBy>
  <cp:revision>1</cp:revision>
  <dcterms:created xsi:type="dcterms:W3CDTF">2026-02-25T10:38:06Z</dcterms:created>
  <dcterms:modified xsi:type="dcterms:W3CDTF">2026-02-25T10:38:06Z</dcterms:modified>
</cp:coreProperties>
</file>