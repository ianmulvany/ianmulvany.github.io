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Attribution Toolkit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Feedback for Workgroup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from three independent reviews: Author, Publisher, and Reader/Academic perspectives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Perspective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383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Perspective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83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1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Workgroup Session  •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AI Attribution Toolkit?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Research prototype (CHI 2025) — questionnaire-driven web tool for structured AI disclosure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1554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AI → Primarily AI → Blend → Primarily Human → Entirely Human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554480"/>
            <a:ext cx="1554480" cy="1554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884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Contributions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Stylistic edits / Content edits / New content generation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554480"/>
            <a:ext cx="1554480" cy="1554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Human-initiated vs AI-initiated contributions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554480"/>
            <a:ext cx="1554480" cy="1554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approved / Not reviewed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554480"/>
            <a:ext cx="1554480" cy="15544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554480"/>
            <a:ext cx="15544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103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identification of tools used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beyond binary "AI used / not used" to granular, research-backed disclosure.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7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Creative Commons &amp; CRediT  •  Apache 2.0  •  Svelte UI  •  Local storage  •  Short &amp; long output formats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Review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it serve academic authors writing papers?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234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adequate — needs stage-based disclosure, journal alignment, multi-artifact support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37160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fit scholarly publishing workflows and policies?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base — needs metadata schema, policy mapping, submission system integration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72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3716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rigorous, research-aligned, and empirically validated?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prototype — tool dimensions coarser than the underlying CHI research taxonomy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Consensus: What Works Well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Research-grounded framework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basis from CHI 2025 study (N=155). Goes beyond binary disclosure to structured dimensions.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dimensions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well-chosen dimensions: proportion, contribution type, initiative, review status, and model identification.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design patterns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Commons–style approach and CRediT-inspired structure fit existing scholarly practice.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feature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can paste a statement and see what it means — aids adoption and cross-audience comprehension.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0FBF9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UX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optional, local storage preserves progress, simple guided flow reduces barrier to use.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72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Consensus: Key Gaps &amp; Issues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self-report only. No checks, no consequences for non-disclosure.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18488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academic stage mapping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1664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report AI use by research stage (lit search, methods, analysis, writing).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276856"/>
            <a:ext cx="8229600" cy="566928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322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machine-readable schema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2322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JSON-LD, no DOI/ORCID integration, no JATS export for publisher systems.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35224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980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Single-artifact assumption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9809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attribute differently per section, figure, code, or supplementary material.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93592"/>
            <a:ext cx="8229600" cy="566928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publisher/journal alignment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74720" y="3639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to Elsevier, Nature, ACM, ICMJE policies or submission systems.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reproducibility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47472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model field — no structured version, date, or access mode fields.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Scorecard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ratings synthesized across all three reviews  •  Detailed rationale follows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356616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Clarity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783080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78308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8229600" cy="356616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21408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167128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16712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356616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05456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2551176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E872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55117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8229600" cy="356616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89504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Fit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2935224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9352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8229600" cy="356616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73552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3319272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E8724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3319272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356616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5760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0" y="3703320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70332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8229600" cy="356616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041648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Integration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0" y="4087368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E8724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408736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25696"/>
            <a:ext cx="8229600" cy="356616"/>
          </a:xfrm>
          <a:prstGeom prst="rect">
            <a:avLst/>
          </a:prstGeom>
          <a:solidFill>
            <a:srgbClr val="0F1635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25696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Potential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0" y="4471416"/>
            <a:ext cx="1097280" cy="265176"/>
          </a:xfrm>
          <a:prstGeom prst="roundRect">
            <a:avLst>
              <a:gd name="adj" fmla="val 17241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447141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" y="47274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Good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51760" y="47274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2907792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/ Partial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7274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8724A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Limited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75120" y="47274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</p:sp>
      <p:sp>
        <p:nvSpPr>
          <p:cNvPr id="48" name="Text 46"/>
          <p:cNvSpPr/>
          <p:nvPr/>
        </p:nvSpPr>
        <p:spPr>
          <a:xfrm>
            <a:off x="6931152" y="4681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Clarity &amp; Usability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/ Good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dimensions are "well chosen and grounded in research."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Proportions, AI contributions, initiative, human review, and model identification go "beyond binary AI used / not used."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output formats (short/long) support footnotes, acknowledgements, and appendices.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friction: all fields optional, local storage preserves progress, simple guided flow.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research-based framework aligns with findings that "people assign different credit depending on contribution type, amount, and initiative."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Commons–style design and CRediT-inspired structure fit existing scholarly practice.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dimension (R/Nr) "directly supports publisher expectations that authors verify AI output."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by empirical work (He et al., CHI 2025, N=155).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that "attribution should vary by contribution type, amount, and initiative."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machine-readable statements with both full and abbreviated versions.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(Apache 2.0), clear structure, unit and E2E tests.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&amp; Publisher Fit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E872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Partial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alignment with AID Framework (14 headings) or CRediT (14 contributor roles).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Single-work assumption — cannot specify different attribution per section, figure, code, or supplementary.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multi-author support for per-author AI use.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journal-specific templates or presets for AAAI, Nature, ACL etc.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map cleanly to publisher policy fields: name of AI tool, purpose, extent of oversight.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section-level attribution (Abstract, Methods, Discussion).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handling of AI-generated images — many publishers restrict or prohibit these.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"No AI" verification path.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with Editorial Manager or ScholarOne.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study uses 10 contribution types — toolkit collapses to 3.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study has 4 initiative variants — toolkit has 2.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"Proportion" is a coarse proxy for the study's "amount" dimension.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domain-specific options (academic vs creative vs professional).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mapping to EU AI Act, ACM, Nature etc.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&amp;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None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field is free text — no structure for model version (GPT-4o vs GPT-4o-mini), date of use, or API vs web.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suggested citation format for AI tools.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to data/code availability statements.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"Voluntary, honor-system only" — authors can under- or over-report.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"Voluntary and self-reported" — publishers need mandatory disclosure at submission, verification options, and clear consequences.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identifier for statements.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update or correct attribution post-publication.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"No AI" claims.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"Self-report only; no checks against actual AI usage."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guidance on how to assess "how much" AI contributed.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multi-step workflows or multiple AI tools.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user studies on comprehension, accuracy, or adoption.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comparison with other disclosure methods.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Integration &amp; Adoption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320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Moderate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export to BibTeX, RIS, JSON.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with Overleaf, Word, or LaTeX.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copy-paste templates for acknowledgements or methods sections.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would improve with journal presets and structured export.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with submission systems (Editorial Manager, ScholarOne).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metadata fields in manuscript metadata.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export to JATS.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 like "AIA PAI Nc Hin R" are not self-explanatory — readers need the interpret tool.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easier if publishers and IBM co-develop a "Scholarly Publisher Profile."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/ Academic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3383280"/>
          </a:xfrm>
          <a:prstGeom prst="rect">
            <a:avLst/>
          </a:prstGeom>
          <a:solidFill>
            <a:srgbClr val="F8FA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 — no integration with editors or authoring tools.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or versioning of statements.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"Community engagement is low (3 stars, 0 forks on GitHub)."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via Monday.com form only — no visible evaluation roadmap.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treated as a "design probe and starting point" not a definitive standard.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Missing: Detailed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64592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Disclosure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Conceptualization, lit search, methodology, data collection, analysis, writing, visualization, interpretation — none covered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164592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65176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Attribution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text + images + code. No way to distinguish different AI tools in same workflow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164592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"human responsibility" field. No mandatory author affirmation. No link to legal/ethical frameworks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51760" cy="164592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265176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Metadata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JSON-LD schema. No DOI/ORCID integration. No versioned persistent identifiers for statements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51760" cy="164592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265176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Compliance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to Elsevier, Nature, ACM, ICMJE, EU AI Act, or California AI Transparency Act requirements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51760" cy="1645920"/>
          </a:xfrm>
          <a:prstGeom prst="rect">
            <a:avLst/>
          </a:prstGeom>
          <a:solidFill>
            <a:srgbClr val="1A23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51760" cy="54864"/>
          </a:xfrm>
          <a:prstGeom prst="rect">
            <a:avLst/>
          </a:prstGeom>
          <a:solidFill>
            <a:srgbClr val="E8724A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studies on comprehension or accuracy. No comparison with free-text disclosure. No adoption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Recommendations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disclosure dimension (integrate with CRediT / AID)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model metadata: name, version, date, access mode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Per-section / per-artifact attribution blocks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schema (JSON-LD) with persistent IDs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policy mapping (Elsevier, Nature, ACM, ICMJE)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author affirmation of verification and responsibility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Journal-specific presets and templates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Multi-author support (per-author attribution)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BibTeX, JATS, LaTeX snippets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Output-type selector (text, code, figure, table)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system integration (ScholarOne, Editorial Manager)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Accessibility, localization, and internationalization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Proposed: Structured Metadata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publisher review — a concrete starting point for workgroup discussion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0" cy="34747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"schema": "AIA-1.0",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"proportion": "PAI",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"contributions": ["Ce", "Nc"],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"initiative": "Hin",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"humanReview": true,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"tools": [{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"ChatGPT",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"version": "4.0",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"sections": ["Abstract",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"Discussion"]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"authorAffirmation":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 verify accuracy of all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AI-generated content"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3017520" cy="411480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identifier for the schema itself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783080"/>
            <a:ext cx="3017520" cy="411480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toolkit's five dimensions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2606040"/>
            <a:ext cx="3017520" cy="411480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metadata — not free 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3291840"/>
            <a:ext cx="3017520" cy="411480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4" name="Text 12"/>
          <p:cNvSpPr/>
          <p:nvPr/>
        </p:nvSpPr>
        <p:spPr>
          <a:xfrm>
            <a:off x="580644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Section-level attribution for publishers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3931920"/>
            <a:ext cx="3017520" cy="411480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affirmation of human responsibility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for the Workgroup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07008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priority gaps — stage-based disclosure, metadata schema, and policy mapping are the top three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56816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89280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IBM Research on a co-developed "Scholarly Publisher Profile" extending the core toolkit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706624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64261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structured metadata schema aligned with JATS, CRediT, and existing publisher workflows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56432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39242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2–3 journals to test integration, author adoption, and reviewer comprehension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1A235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206240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4223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evaluation: does structured attribution improve disclosure quality vs free text?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is a solid foundation — with targeted scholarly extensions it can become the standard for AI attribution in publishing.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Attribution Toolkit – Detailed Review Findings</dc:title>
  <dc:subject>PptxGenJS Presentation</dc:subject>
  <dc:creator>Workgroup Review</dc:creator>
  <cp:lastModifiedBy>Workgroup Review</cp:lastModifiedBy>
  <cp:revision>1</cp:revision>
  <dcterms:created xsi:type="dcterms:W3CDTF">2026-02-25T10:45:16Z</dcterms:created>
  <dcterms:modified xsi:type="dcterms:W3CDTF">2026-02-25T10:45:16Z</dcterms:modified>
</cp:coreProperties>
</file>